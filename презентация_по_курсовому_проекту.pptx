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4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79"/>
  </p:normalViewPr>
  <p:slideViewPr>
    <p:cSldViewPr snapToGrid="0">
      <p:cViewPr varScale="1">
        <p:scale>
          <a:sx n="204" d="100"/>
          <a:sy n="204" d="100"/>
        </p:scale>
        <p:origin x="23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EDE6FC-CFBC-4812-8EF6-3DA101A146F3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488380-DBA8-45F4-9AC6-1B53090259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121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9488380-DBA8-45F4-9AC6-1B530902590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9963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26FF0B-69D4-19D0-8DEA-54C1DBB36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15B442-E2F5-E17E-80B8-E229868EE7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107C93-89E9-BD09-4D21-78BE53A0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261B3D-1825-FF8D-F10D-3639A0C1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2032C4-5874-478D-F0BC-A2B5AE86C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361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22F3F-17CD-E93E-536C-A27079BCD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355A5A-0020-B341-7FBE-C1F5DDFEE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0F8A37-ACD1-639F-0F59-22D87D48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C40AEC-0642-A4A6-D46C-C339DA757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66024E-03BF-412D-84C8-3523C27A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3151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4075FF-AAFD-CC67-87E2-7E8469A57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92673F-C07C-ED7D-7B0E-426E783AC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9FEFCAD-2115-E3F4-B9E4-5AC995599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1948F97-09A7-E4AB-17AF-536D1E5AF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9B091A-E51A-D478-4D4E-E38EF32CF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3294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278162-621F-C610-3C5F-6B7A5F250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8FF868-0034-1748-2DD7-3C31397D0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286487-CEBA-6056-9738-301A298D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29AC39A-EBA1-2585-ED46-A6F57BB5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B066B0-D12B-7F80-E5C4-B5C094255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FECF13-8ECE-AF5C-C159-87D8CDDB1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682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B4CD93-0401-FB35-78EB-ACF6A3A0E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11EFB1-F568-9B42-2424-2407813E7C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FEF163-B1D2-92B3-DF33-06FDEF046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58B6768-4DCD-1A7E-5CA1-E20FF723F2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7F7BE7F-7670-CE31-07DB-AB7B471ED4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AE67D2-F8F4-34E5-4C33-35329F117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6FD322C-EF1F-F3D6-704C-2CECB0CA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384FBA6-D56A-167F-B605-2A82D56AC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3537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F5DEF0-0C7B-12F4-17DF-372EB1981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74C765-6981-3279-88DE-44A771C76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065188C-D66A-6857-7E43-84ADCB577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3525607-2C8B-E24B-D2C0-58753DBC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780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5ED4032-0444-61A5-3917-75321CC7C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0ECCC4C-DA36-5562-BADD-5A0EAE815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58488C-FC77-E540-0736-3B0C9B3BB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300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7B983A-D955-AA55-EC40-E016EF09F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51CA0F-485A-3985-006A-685EFF479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94FB8C-D9F7-71F9-1FD9-4F2A7B9D7E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612B0C-3676-DE91-7903-07C411528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0C82EF-40B7-7B4C-FC4C-9A346BAC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73DCBA4-6AF8-D431-5A0E-041306862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683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8FE695-C3A7-5708-F1E9-8BD360C00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FD628EE-A7E2-772D-F6B1-CDB7B53F6C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100B957-7405-6FFB-ECFF-A51DF2F29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6699176-E71F-F74D-E632-0B9621693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631F49-F0D8-0B75-4C99-52B97CBA8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53B5A4-06AF-F45E-4416-FC90F335D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51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2CF0F5-41D5-8650-E193-9797325AF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028BF2-7DB4-EA6C-789B-FFE1C8A340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AED587-A549-906C-0280-75BAD1C7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9A64B3-087C-3BB3-71DE-779C982F4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8F47FF-68FF-D895-4423-6E260E865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3990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AC5F8C9-0CAC-E10E-08DC-D4365C8981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2EE96D8-01FA-CD89-CC8B-3B8F9C8725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86F6EC6-C093-DBBD-7E75-5F862523F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E5B342-7033-E5B0-14BC-1890E0FD1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4282A5-8964-9A75-4E67-61989A319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9456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3F29B3-AC03-651F-834B-D7E96FCD2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8877FC-9F02-BA33-8D22-D49C62B3D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F7B07B-71CB-83C9-609D-EA20EE9E0E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9760F-A808-480A-84F8-01DD6B446E6A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94F7B8-B9AC-3952-3182-865B1F61F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10B61D-F281-32FC-17BD-9E8C2D9F41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63664C-8A4F-46B7-9030-9CE25612A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995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801" r:id="rId7"/>
    <p:sldLayoutId id="2147483802" r:id="rId8"/>
    <p:sldLayoutId id="2147483803" r:id="rId9"/>
    <p:sldLayoutId id="2147483804" r:id="rId10"/>
    <p:sldLayoutId id="21474838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70FEC1-E997-4DBC-8697-2173746872D0}"/>
              </a:ext>
            </a:extLst>
          </p:cNvPr>
          <p:cNvSpPr txBox="1"/>
          <p:nvPr/>
        </p:nvSpPr>
        <p:spPr>
          <a:xfrm>
            <a:off x="2070520" y="220196"/>
            <a:ext cx="78284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ДЕПАРТАМЕНТ ОБРАЗОВАНИЯ И НАУКИ ИВАНОВСКОЙ ОБЛАСТИ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Областное государственное бюджетное профессиональное образовательное учреждение</a:t>
            </a:r>
          </a:p>
          <a:p>
            <a:pPr algn="ctr"/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«Ивановский промышленно-экономический колледж»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B43AB-9A1F-4B49-935B-1A0C86DD319D}"/>
              </a:ext>
            </a:extLst>
          </p:cNvPr>
          <p:cNvSpPr txBox="1"/>
          <p:nvPr/>
        </p:nvSpPr>
        <p:spPr>
          <a:xfrm>
            <a:off x="2181764" y="1895126"/>
            <a:ext cx="78284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КУРСОВОЙ</a:t>
            </a:r>
            <a:r>
              <a:rPr lang="ru-RU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ПРОЕКТ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14A9F0-16B0-4FB7-B8E0-9CE7640946B5}"/>
              </a:ext>
            </a:extLst>
          </p:cNvPr>
          <p:cNvSpPr txBox="1"/>
          <p:nvPr/>
        </p:nvSpPr>
        <p:spPr>
          <a:xfrm>
            <a:off x="1218752" y="2493416"/>
            <a:ext cx="95320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«Шашки»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30E72A-DF8E-4ACF-B0E3-D62328A8B454}"/>
              </a:ext>
            </a:extLst>
          </p:cNvPr>
          <p:cNvSpPr txBox="1"/>
          <p:nvPr/>
        </p:nvSpPr>
        <p:spPr>
          <a:xfrm>
            <a:off x="4175216" y="5020583"/>
            <a:ext cx="78284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pPr algn="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407-а</a:t>
            </a:r>
          </a:p>
          <a:p>
            <a:pPr algn="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Специальности (09.02.07) «информационные системы и программирование»</a:t>
            </a:r>
          </a:p>
          <a:p>
            <a:pPr algn="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Михайлов 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D62BE5-91A9-4977-B5A9-AD58913FDE16}"/>
              </a:ext>
            </a:extLst>
          </p:cNvPr>
          <p:cNvSpPr txBox="1"/>
          <p:nvPr/>
        </p:nvSpPr>
        <p:spPr>
          <a:xfrm>
            <a:off x="1766258" y="6281623"/>
            <a:ext cx="7828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Иваново 2025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360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3F94BA-766A-AEF0-1E64-E25D9D0E8AA1}"/>
              </a:ext>
            </a:extLst>
          </p:cNvPr>
          <p:cNvSpPr txBox="1"/>
          <p:nvPr/>
        </p:nvSpPr>
        <p:spPr>
          <a:xfrm>
            <a:off x="1171517" y="2722581"/>
            <a:ext cx="3925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мобильное приложение «Шашки»</a:t>
            </a: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8500247B-70FC-632E-93A8-FC468AC50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7975" y="185323"/>
            <a:ext cx="3014312" cy="3014312"/>
          </a:xfrm>
          <a:prstGeom prst="rect">
            <a:avLst/>
          </a:prstGeom>
          <a:noFill/>
          <a:scene3d>
            <a:camera prst="perspectiveContrastingLeftFacing"/>
            <a:lightRig rig="threePt" dir="t">
              <a:rot lat="0" lon="0" rev="3600000"/>
            </a:lightRig>
          </a:scene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4A28F9-BEBF-15D3-ACA5-BEEFF0AC7C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758" y="247232"/>
            <a:ext cx="2840277" cy="213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77606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115205" y="2141732"/>
            <a:ext cx="256352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Среда разработки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029159" y="2136132"/>
            <a:ext cx="34740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Язык программирования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892493" y="5499481"/>
            <a:ext cx="30089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Android Studio</a:t>
            </a:r>
            <a:endParaRPr lang="ru-RU" sz="3200" dirty="0">
              <a:solidFill>
                <a:schemeClr val="tx1">
                  <a:lumMod val="95000"/>
                  <a:lumOff val="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7925111" y="5930368"/>
            <a:ext cx="168212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Kotlin</a:t>
            </a:r>
            <a:endParaRPr lang="ru-RU" sz="3600" dirty="0">
              <a:solidFill>
                <a:schemeClr val="tx1">
                  <a:lumMod val="95000"/>
                  <a:lumOff val="5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1026" name="Picture 2" descr="Android Studio — Википедия">
            <a:extLst>
              <a:ext uri="{FF2B5EF4-FFF2-40B4-BE49-F238E27FC236}">
                <a16:creationId xmlns:a16="http://schemas.microsoft.com/office/drawing/2014/main" id="{F76CE89C-E6E1-4504-58B7-8CAA6AFCE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52" y="2471719"/>
            <a:ext cx="3083788" cy="3083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67DAC79-E8E2-2BF3-9C59-437F260B9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4275" y="2710760"/>
            <a:ext cx="3014312" cy="3014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3ECD54-4EAC-512F-BF13-BAA9099A9A61}"/>
              </a:ext>
            </a:extLst>
          </p:cNvPr>
          <p:cNvSpPr txBox="1"/>
          <p:nvPr/>
        </p:nvSpPr>
        <p:spPr>
          <a:xfrm>
            <a:off x="87682" y="50468"/>
            <a:ext cx="3520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Инструменты разработки</a:t>
            </a:r>
          </a:p>
        </p:txBody>
      </p:sp>
    </p:spTree>
    <p:extLst>
      <p:ext uri="{BB962C8B-B14F-4D97-AF65-F5344CB8AC3E}">
        <p14:creationId xmlns:p14="http://schemas.microsoft.com/office/powerpoint/2010/main" val="7039353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00FB4F-B2F7-CDCA-4F64-D858CF0BA805}"/>
              </a:ext>
            </a:extLst>
          </p:cNvPr>
          <p:cNvSpPr txBox="1"/>
          <p:nvPr/>
        </p:nvSpPr>
        <p:spPr>
          <a:xfrm>
            <a:off x="187890" y="75156"/>
            <a:ext cx="11439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Макет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6DF634C-0375-7A96-F13D-A694C548F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125" y="354343"/>
            <a:ext cx="3341749" cy="614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27535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596F55D-F717-38B4-6C48-883676555D85}"/>
              </a:ext>
            </a:extLst>
          </p:cNvPr>
          <p:cNvSpPr txBox="1"/>
          <p:nvPr/>
        </p:nvSpPr>
        <p:spPr>
          <a:xfrm>
            <a:off x="43841" y="93945"/>
            <a:ext cx="42973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возможности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2BC37-8EA2-6F0E-8C06-29E937C41FC8}"/>
              </a:ext>
            </a:extLst>
          </p:cNvPr>
          <p:cNvSpPr txBox="1"/>
          <p:nvPr/>
        </p:nvSpPr>
        <p:spPr>
          <a:xfrm>
            <a:off x="3346536" y="2413337"/>
            <a:ext cx="54989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Приложение поддерживает классические правила русских шашек с обязательным боем и превращением в дамку. Доступны два режима: игра с ИИ и на одном устройстве. ИИ предлагает три уровня сложности. Подсветка ходов упрощает управление. Приложение автоматически определяет победителя и позволяет начать новую партию.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F13E64A-DB47-C44F-EDBD-317978434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5775" y="1841275"/>
            <a:ext cx="3836225" cy="3444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280838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89172B-59D1-8386-9982-4B575CAAD303}"/>
              </a:ext>
            </a:extLst>
          </p:cNvPr>
          <p:cNvSpPr txBox="1"/>
          <p:nvPr/>
        </p:nvSpPr>
        <p:spPr>
          <a:xfrm>
            <a:off x="0" y="0"/>
            <a:ext cx="40461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Пользовательский интерфейс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31F886-2E73-89D6-65CC-84EAB1358A83}"/>
              </a:ext>
            </a:extLst>
          </p:cNvPr>
          <p:cNvSpPr txBox="1"/>
          <p:nvPr/>
        </p:nvSpPr>
        <p:spPr>
          <a:xfrm>
            <a:off x="2726499" y="2690336"/>
            <a:ext cx="673900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соответствует стандартам </a:t>
            </a:r>
            <a:r>
              <a:rPr lang="e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Material Design 3. 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Игровая доска 8×8 клеток с классической расцветкой. Над полем отображается текущий игрок, под полем — кнопка «Новая игра». Интерфейс адаптируется под разные размеры экранов и ориентации устройства.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70EA965F-79E5-C26D-AA5F-6901D8A8B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4768" y="3532340"/>
            <a:ext cx="3085230" cy="3085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735763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112164" y="1777894"/>
            <a:ext cx="38608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Как выглядит приложение</a:t>
            </a:r>
            <a:b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</a:br>
            <a:r>
              <a:rPr lang="ru-RU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На телефоне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03903C-B3F4-0C85-1232-F201E386A4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221" y="457563"/>
            <a:ext cx="3341749" cy="61493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BED416-8167-AC2B-597F-79C965D264AB}"/>
              </a:ext>
            </a:extLst>
          </p:cNvPr>
          <p:cNvSpPr txBox="1"/>
          <p:nvPr/>
        </p:nvSpPr>
        <p:spPr>
          <a:xfrm>
            <a:off x="275573" y="3532220"/>
            <a:ext cx="4761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(Получилось один в один как и задумывалось)</a:t>
            </a:r>
          </a:p>
        </p:txBody>
      </p:sp>
    </p:spTree>
    <p:extLst>
      <p:ext uri="{BB962C8B-B14F-4D97-AF65-F5344CB8AC3E}">
        <p14:creationId xmlns:p14="http://schemas.microsoft.com/office/powerpoint/2010/main" val="39710467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A4B98658-88FE-8329-DBB5-8C3816CB4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70543" y="5154276"/>
            <a:ext cx="50292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 полнофункциональное приложение «Шашки» для </a:t>
            </a:r>
            <a:r>
              <a:rPr lang="en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Android. </a:t>
            </a:r>
            <a:r>
              <a:rPr lang="ru-R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Реализованы все классические правила игры, современный интерфейс и ИИ с тремя уровнями сложности.</a:t>
            </a:r>
          </a:p>
          <a:p>
            <a:pPr algn="l"/>
            <a:r>
              <a:rPr lang="ru-R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Приложение успешно протестировано и готово к использованию.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42A5FA-3B5D-6286-A4B1-99A898A0CC2D}"/>
              </a:ext>
            </a:extLst>
          </p:cNvPr>
          <p:cNvSpPr txBox="1"/>
          <p:nvPr/>
        </p:nvSpPr>
        <p:spPr>
          <a:xfrm>
            <a:off x="183278" y="183514"/>
            <a:ext cx="17534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1272637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doors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42A5FA-3B5D-6286-A4B1-99A898A0CC2D}"/>
              </a:ext>
            </a:extLst>
          </p:cNvPr>
          <p:cNvSpPr txBox="1"/>
          <p:nvPr/>
        </p:nvSpPr>
        <p:spPr>
          <a:xfrm>
            <a:off x="183278" y="183514"/>
            <a:ext cx="2987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B8F0C79-B620-DA18-CADF-80C815B21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7855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conveyor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421</TotalTime>
  <Words>205</Words>
  <Application>Microsoft Macintosh PowerPoint</Application>
  <PresentationFormat>Широкоэкранный</PresentationFormat>
  <Paragraphs>28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mentaldasha</dc:creator>
  <cp:lastModifiedBy>Microsoft Office User</cp:lastModifiedBy>
  <cp:revision>14</cp:revision>
  <dcterms:created xsi:type="dcterms:W3CDTF">2025-03-20T07:27:25Z</dcterms:created>
  <dcterms:modified xsi:type="dcterms:W3CDTF">2025-11-05T10:30:44Z</dcterms:modified>
</cp:coreProperties>
</file>