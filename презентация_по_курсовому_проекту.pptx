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DE6FC-CFBC-4812-8EF6-3DA101A146F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88380-DBA8-45F4-9AC6-1B53090259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121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8380-DBA8-45F4-9AC6-1B530902590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96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03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86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96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36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9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78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57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4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06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89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08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6254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124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9862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313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262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5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89760F-A808-480A-84F8-01DD6B446E6A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63664C-8A4F-46B7-9030-9CE25612A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663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70FEC1-E997-4DBC-8697-2173746872D0}"/>
              </a:ext>
            </a:extLst>
          </p:cNvPr>
          <p:cNvSpPr txBox="1"/>
          <p:nvPr/>
        </p:nvSpPr>
        <p:spPr>
          <a:xfrm>
            <a:off x="2070520" y="220196"/>
            <a:ext cx="78284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ИВАНОВСКОЙ ОБЛАСТИ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Областное 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«Ивановский промышленно-экономический колледж»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B43AB-9A1F-4B49-935B-1A0C86DD319D}"/>
              </a:ext>
            </a:extLst>
          </p:cNvPr>
          <p:cNvSpPr txBox="1"/>
          <p:nvPr/>
        </p:nvSpPr>
        <p:spPr>
          <a:xfrm>
            <a:off x="2181764" y="1895126"/>
            <a:ext cx="7828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ПРОЕКТ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4A9F0-16B0-4FB7-B8E0-9CE7640946B5}"/>
              </a:ext>
            </a:extLst>
          </p:cNvPr>
          <p:cNvSpPr txBox="1"/>
          <p:nvPr/>
        </p:nvSpPr>
        <p:spPr>
          <a:xfrm>
            <a:off x="1218752" y="2493416"/>
            <a:ext cx="95320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«Дневник настроения»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0E72A-DF8E-4ACF-B0E3-D62328A8B454}"/>
              </a:ext>
            </a:extLst>
          </p:cNvPr>
          <p:cNvSpPr txBox="1"/>
          <p:nvPr/>
        </p:nvSpPr>
        <p:spPr>
          <a:xfrm>
            <a:off x="4175216" y="5020583"/>
            <a:ext cx="78284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407-а</a:t>
            </a:r>
          </a:p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(09.02.07) «информационные системы и программирование»</a:t>
            </a:r>
          </a:p>
          <a:p>
            <a:pPr algn="r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Кошкарев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62BE5-91A9-4977-B5A9-AD58913FDE16}"/>
              </a:ext>
            </a:extLst>
          </p:cNvPr>
          <p:cNvSpPr txBox="1"/>
          <p:nvPr/>
        </p:nvSpPr>
        <p:spPr>
          <a:xfrm>
            <a:off x="1766258" y="6281623"/>
            <a:ext cx="782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Иваново 2025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60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ndroid Studio — Википедия">
            <a:extLst>
              <a:ext uri="{FF2B5EF4-FFF2-40B4-BE49-F238E27FC236}">
                <a16:creationId xmlns:a16="http://schemas.microsoft.com/office/drawing/2014/main" id="{9DB6065A-92D0-4257-B6E6-8C76DA4D0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748" y="116288"/>
            <a:ext cx="3083788" cy="3083788"/>
          </a:xfrm>
          <a:prstGeom prst="rect">
            <a:avLst/>
          </a:prstGeom>
          <a:noFill/>
          <a:scene3d>
            <a:camera prst="orthographicFront"/>
            <a:lightRig rig="sunrise" dir="t"/>
          </a:scene3d>
          <a:sp3d prstMaterial="dkEdge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E51977-99C7-435B-BB4D-A75650FE0676}"/>
              </a:ext>
            </a:extLst>
          </p:cNvPr>
          <p:cNvSpPr txBox="1"/>
          <p:nvPr/>
        </p:nvSpPr>
        <p:spPr>
          <a:xfrm>
            <a:off x="2315536" y="542612"/>
            <a:ext cx="7829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выбранной темы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39B4C-490B-4A4C-9456-89F8E8C44949}"/>
              </a:ext>
            </a:extLst>
          </p:cNvPr>
          <p:cNvSpPr txBox="1"/>
          <p:nvPr/>
        </p:nvSpPr>
        <p:spPr>
          <a:xfrm>
            <a:off x="2430360" y="1826510"/>
            <a:ext cx="73147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разработки мобильного приложения "Дневник настроения" обусловлена растущим вниманием общества к вопросам ментального здоровья и необходимостью в доступных инструментах для ежедневной психологической саморефлексии.</a:t>
            </a:r>
          </a:p>
        </p:txBody>
      </p:sp>
    </p:spTree>
    <p:extLst>
      <p:ext uri="{BB962C8B-B14F-4D97-AF65-F5344CB8AC3E}">
        <p14:creationId xmlns:p14="http://schemas.microsoft.com/office/powerpoint/2010/main" val="241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7246" y="-1736521"/>
            <a:ext cx="6804506" cy="685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49" y="1692479"/>
            <a:ext cx="680450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3F94BA-766A-AEF0-1E64-E25D9D0E8AA1}"/>
              </a:ext>
            </a:extLst>
          </p:cNvPr>
          <p:cNvSpPr txBox="1"/>
          <p:nvPr/>
        </p:nvSpPr>
        <p:spPr>
          <a:xfrm>
            <a:off x="1009531" y="2507137"/>
            <a:ext cx="39250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мобильное приложение «Дневник настроения»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500247B-70FC-632E-93A8-FC468AC50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975" y="185323"/>
            <a:ext cx="3014312" cy="3014312"/>
          </a:xfrm>
          <a:prstGeom prst="rect">
            <a:avLst/>
          </a:prstGeom>
          <a:noFill/>
          <a:scene3d>
            <a:camera prst="perspectiveContrastingLeftFacing"/>
            <a:lightRig rig="threePt" dir="t">
              <a:rot lat="0" lon="0" rev="3600000"/>
            </a:lightRig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76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15205" y="2141732"/>
            <a:ext cx="2563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Среда разработки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29159" y="2136132"/>
            <a:ext cx="3474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Язык программирования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892493" y="5499481"/>
            <a:ext cx="300894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Android Studio</a:t>
            </a:r>
            <a:endParaRPr lang="ru-RU" sz="32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925111" y="5930368"/>
            <a:ext cx="16821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Kotlin</a:t>
            </a:r>
            <a:endParaRPr lang="ru-RU" sz="36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423" y="-1656600"/>
            <a:ext cx="6804506" cy="6858000"/>
          </a:xfrm>
          <a:prstGeom prst="rect">
            <a:avLst/>
          </a:prstGeom>
        </p:spPr>
      </p:pic>
      <p:pic>
        <p:nvPicPr>
          <p:cNvPr id="1026" name="Picture 2" descr="Android Studio — Википедия">
            <a:extLst>
              <a:ext uri="{FF2B5EF4-FFF2-40B4-BE49-F238E27FC236}">
                <a16:creationId xmlns:a16="http://schemas.microsoft.com/office/drawing/2014/main" id="{F76CE89C-E6E1-4504-58B7-8CAA6AFCE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52" y="2471719"/>
            <a:ext cx="3083788" cy="30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7DAC79-E8E2-2BF3-9C59-437F260B9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275" y="2710760"/>
            <a:ext cx="3014312" cy="301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9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5930" y="-1435100"/>
            <a:ext cx="5859436" cy="5905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877AA5-A947-EC94-BC3E-6BCF01D8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07" y="459042"/>
            <a:ext cx="3847294" cy="593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7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5930" y="-1435100"/>
            <a:ext cx="5859436" cy="59055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082BA5-069B-C9EC-5FB9-DA97A07E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5" y="410494"/>
            <a:ext cx="3352166" cy="603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0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5930" y="-1435100"/>
            <a:ext cx="5859436" cy="59055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1A0B20-FA94-4B79-1360-A6327DBC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199"/>
            <a:ext cx="3321368" cy="624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5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12164" y="1777894"/>
            <a:ext cx="3860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Как выглядит приложение</a:t>
            </a:r>
            <a:b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На телефоне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6D1953-D6BA-6479-3BF1-FA233CB94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3" y="387350"/>
            <a:ext cx="3449637" cy="608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04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83278" y="2248238"/>
            <a:ext cx="5029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разработки мобильного приложения "Дневник настроения" успешно реализованы ключевые цели: создана интуитивная механика отслеживания эмоционального состояния, внедрена система аналитики и визуализации данных, а также обеспечена стабильная работа приложения на различных устройствах</a:t>
            </a:r>
            <a:r>
              <a:rPr lang="ru-RU" b="1" dirty="0"/>
              <a:t>.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49" y="183514"/>
            <a:ext cx="3257973" cy="3283586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8506" y="-1603693"/>
            <a:ext cx="68045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3762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Другая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</TotalTime>
  <Words>135</Words>
  <Application>Microsoft Macintosh PowerPoint</Application>
  <PresentationFormat>Широкоэкранный</PresentationFormat>
  <Paragraphs>20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 Black</vt:lpstr>
      <vt:lpstr>Calibri</vt:lpstr>
      <vt:lpstr>Century Gothic</vt:lpstr>
      <vt:lpstr>Times New Roman</vt:lpstr>
      <vt:lpstr>Wingdings 3</vt:lpstr>
      <vt:lpstr>Сектор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mentaldasha</dc:creator>
  <cp:lastModifiedBy>Microsoft Office User</cp:lastModifiedBy>
  <cp:revision>13</cp:revision>
  <dcterms:created xsi:type="dcterms:W3CDTF">2025-03-20T07:27:25Z</dcterms:created>
  <dcterms:modified xsi:type="dcterms:W3CDTF">2025-10-30T09:45:24Z</dcterms:modified>
</cp:coreProperties>
</file>